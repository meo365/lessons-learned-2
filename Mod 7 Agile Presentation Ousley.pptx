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35A444-F80D-46C8-9106-44649B3F3176}" type="doc">
      <dgm:prSet loTypeId="urn:microsoft.com/office/officeart/2005/8/layout/cycle5" loCatId="cycle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B298BE-5C87-4991-88A9-D519566A1A14}">
      <dgm:prSet phldrT="[Text]" phldr="0"/>
      <dgm:spPr/>
      <dgm:t>
        <a:bodyPr/>
        <a:lstStyle/>
        <a:p>
          <a:r>
            <a:rPr lang="en-US" dirty="0"/>
            <a:t>Plan</a:t>
          </a:r>
        </a:p>
      </dgm:t>
    </dgm:pt>
    <dgm:pt modelId="{27578AF6-0D63-4D95-AEE7-A6B021798817}" type="parTrans" cxnId="{E752C5C2-FDE6-4536-B281-A8EC2256C5A4}">
      <dgm:prSet/>
      <dgm:spPr/>
      <dgm:t>
        <a:bodyPr/>
        <a:lstStyle/>
        <a:p>
          <a:endParaRPr lang="en-US"/>
        </a:p>
      </dgm:t>
    </dgm:pt>
    <dgm:pt modelId="{06C594C5-F6CF-4770-BA6A-57B279E1551C}" type="sibTrans" cxnId="{E752C5C2-FDE6-4536-B281-A8EC2256C5A4}">
      <dgm:prSet/>
      <dgm:spPr/>
      <dgm:t>
        <a:bodyPr/>
        <a:lstStyle/>
        <a:p>
          <a:endParaRPr lang="en-US"/>
        </a:p>
      </dgm:t>
    </dgm:pt>
    <dgm:pt modelId="{7152A889-1956-4E4E-9FAF-1194FB5A2133}">
      <dgm:prSet phldrT="[Text]" phldr="0"/>
      <dgm:spPr/>
      <dgm:t>
        <a:bodyPr/>
        <a:lstStyle/>
        <a:p>
          <a:r>
            <a:rPr lang="en-US" dirty="0"/>
            <a:t>Develop</a:t>
          </a:r>
        </a:p>
      </dgm:t>
    </dgm:pt>
    <dgm:pt modelId="{5264D857-F4B9-4E19-8CDF-BE648BDA6C1F}" type="parTrans" cxnId="{7F80D909-5059-4118-A053-370CD0AFC1D9}">
      <dgm:prSet/>
      <dgm:spPr/>
      <dgm:t>
        <a:bodyPr/>
        <a:lstStyle/>
        <a:p>
          <a:endParaRPr lang="en-US"/>
        </a:p>
      </dgm:t>
    </dgm:pt>
    <dgm:pt modelId="{F8FD1356-007B-4545-AFF9-8B6F458E43B4}" type="sibTrans" cxnId="{7F80D909-5059-4118-A053-370CD0AFC1D9}">
      <dgm:prSet/>
      <dgm:spPr/>
      <dgm:t>
        <a:bodyPr/>
        <a:lstStyle/>
        <a:p>
          <a:endParaRPr lang="en-US"/>
        </a:p>
      </dgm:t>
    </dgm:pt>
    <dgm:pt modelId="{BBF26E79-5157-4AE6-91DD-21E2BB937242}">
      <dgm:prSet phldrT="[Text]" phldr="0"/>
      <dgm:spPr/>
      <dgm:t>
        <a:bodyPr/>
        <a:lstStyle/>
        <a:p>
          <a:r>
            <a:rPr lang="en-US" dirty="0"/>
            <a:t>Test</a:t>
          </a:r>
        </a:p>
      </dgm:t>
    </dgm:pt>
    <dgm:pt modelId="{064E9B8F-F6E6-4BEE-935C-CD4206EA0739}" type="parTrans" cxnId="{E80C9F97-0B9A-484B-9BC7-C545BFC97DF6}">
      <dgm:prSet/>
      <dgm:spPr/>
      <dgm:t>
        <a:bodyPr/>
        <a:lstStyle/>
        <a:p>
          <a:endParaRPr lang="en-US"/>
        </a:p>
      </dgm:t>
    </dgm:pt>
    <dgm:pt modelId="{F347EF3D-7E42-437E-936B-0807333EB0AF}" type="sibTrans" cxnId="{E80C9F97-0B9A-484B-9BC7-C545BFC97DF6}">
      <dgm:prSet/>
      <dgm:spPr/>
      <dgm:t>
        <a:bodyPr/>
        <a:lstStyle/>
        <a:p>
          <a:endParaRPr lang="en-US"/>
        </a:p>
      </dgm:t>
    </dgm:pt>
    <dgm:pt modelId="{6BCE139B-7BFB-438D-9F7B-726052118BEA}">
      <dgm:prSet phldrT="[Text]" phldr="0"/>
      <dgm:spPr/>
      <dgm:t>
        <a:bodyPr/>
        <a:lstStyle/>
        <a:p>
          <a:r>
            <a:rPr lang="en-US" dirty="0"/>
            <a:t>Release</a:t>
          </a:r>
        </a:p>
      </dgm:t>
    </dgm:pt>
    <dgm:pt modelId="{B0717877-2C2B-4127-A7A8-142887BCC753}" type="parTrans" cxnId="{47E82E3D-0A30-45EB-B69C-221596058F99}">
      <dgm:prSet/>
      <dgm:spPr/>
      <dgm:t>
        <a:bodyPr/>
        <a:lstStyle/>
        <a:p>
          <a:endParaRPr lang="en-US"/>
        </a:p>
      </dgm:t>
    </dgm:pt>
    <dgm:pt modelId="{9EE8E75F-E372-46FF-AF09-E200BA19C56D}" type="sibTrans" cxnId="{47E82E3D-0A30-45EB-B69C-221596058F99}">
      <dgm:prSet/>
      <dgm:spPr/>
      <dgm:t>
        <a:bodyPr/>
        <a:lstStyle/>
        <a:p>
          <a:endParaRPr lang="en-US"/>
        </a:p>
      </dgm:t>
    </dgm:pt>
    <dgm:pt modelId="{4099455B-5A89-44B7-963D-DFF98356C441}">
      <dgm:prSet phldrT="[Text]" phldr="0"/>
      <dgm:spPr/>
      <dgm:t>
        <a:bodyPr/>
        <a:lstStyle/>
        <a:p>
          <a:r>
            <a:rPr lang="en-US" dirty="0"/>
            <a:t>Feedback</a:t>
          </a:r>
        </a:p>
      </dgm:t>
    </dgm:pt>
    <dgm:pt modelId="{A68AE93F-9189-46D4-B4BC-2C6E024754BD}" type="parTrans" cxnId="{83C1470F-551F-40C8-8EEF-E0EB325947D3}">
      <dgm:prSet/>
      <dgm:spPr/>
      <dgm:t>
        <a:bodyPr/>
        <a:lstStyle/>
        <a:p>
          <a:endParaRPr lang="en-US"/>
        </a:p>
      </dgm:t>
    </dgm:pt>
    <dgm:pt modelId="{98ABDD53-166D-4CE5-A134-0A8C243B6955}" type="sibTrans" cxnId="{83C1470F-551F-40C8-8EEF-E0EB325947D3}">
      <dgm:prSet/>
      <dgm:spPr/>
      <dgm:t>
        <a:bodyPr/>
        <a:lstStyle/>
        <a:p>
          <a:endParaRPr lang="en-US"/>
        </a:p>
      </dgm:t>
    </dgm:pt>
    <dgm:pt modelId="{39409168-8761-45F1-8966-247ECB52A382}">
      <dgm:prSet/>
      <dgm:spPr/>
      <dgm:t>
        <a:bodyPr/>
        <a:lstStyle/>
        <a:p>
          <a:r>
            <a:rPr lang="en-US" dirty="0"/>
            <a:t>Design</a:t>
          </a:r>
        </a:p>
      </dgm:t>
    </dgm:pt>
    <dgm:pt modelId="{6063D5CA-7A7A-4163-8258-D75B48564E53}" type="parTrans" cxnId="{C25A83E5-FC4E-43AB-AB0D-F07BFF3090A0}">
      <dgm:prSet/>
      <dgm:spPr/>
      <dgm:t>
        <a:bodyPr/>
        <a:lstStyle/>
        <a:p>
          <a:endParaRPr lang="en-US"/>
        </a:p>
      </dgm:t>
    </dgm:pt>
    <dgm:pt modelId="{BCDD69B0-7D56-453B-AB02-C8EEB08D1A92}" type="sibTrans" cxnId="{C25A83E5-FC4E-43AB-AB0D-F07BFF3090A0}">
      <dgm:prSet/>
      <dgm:spPr/>
      <dgm:t>
        <a:bodyPr/>
        <a:lstStyle/>
        <a:p>
          <a:endParaRPr lang="en-US"/>
        </a:p>
      </dgm:t>
    </dgm:pt>
    <dgm:pt modelId="{96A9B2E6-10F5-44FF-8A6E-69F162365A8A}" type="pres">
      <dgm:prSet presAssocID="{0035A444-F80D-46C8-9106-44649B3F3176}" presName="cycle" presStyleCnt="0">
        <dgm:presLayoutVars>
          <dgm:dir/>
          <dgm:resizeHandles val="exact"/>
        </dgm:presLayoutVars>
      </dgm:prSet>
      <dgm:spPr/>
    </dgm:pt>
    <dgm:pt modelId="{0CE3C962-303E-439B-A47D-038D6260338E}" type="pres">
      <dgm:prSet presAssocID="{50B298BE-5C87-4991-88A9-D519566A1A14}" presName="node" presStyleLbl="node1" presStyleIdx="0" presStyleCnt="6">
        <dgm:presLayoutVars>
          <dgm:bulletEnabled val="1"/>
        </dgm:presLayoutVars>
      </dgm:prSet>
      <dgm:spPr/>
    </dgm:pt>
    <dgm:pt modelId="{484FED51-07F7-49D4-93D3-7DE9FD1D13BD}" type="pres">
      <dgm:prSet presAssocID="{50B298BE-5C87-4991-88A9-D519566A1A14}" presName="spNode" presStyleCnt="0"/>
      <dgm:spPr/>
    </dgm:pt>
    <dgm:pt modelId="{D3CD6032-7E4E-4CEF-85A5-7D3F8968352C}" type="pres">
      <dgm:prSet presAssocID="{06C594C5-F6CF-4770-BA6A-57B279E1551C}" presName="sibTrans" presStyleLbl="sibTrans1D1" presStyleIdx="0" presStyleCnt="6"/>
      <dgm:spPr/>
    </dgm:pt>
    <dgm:pt modelId="{342A1451-BC66-44DA-B628-51A1B33D2269}" type="pres">
      <dgm:prSet presAssocID="{39409168-8761-45F1-8966-247ECB52A382}" presName="node" presStyleLbl="node1" presStyleIdx="1" presStyleCnt="6">
        <dgm:presLayoutVars>
          <dgm:bulletEnabled val="1"/>
        </dgm:presLayoutVars>
      </dgm:prSet>
      <dgm:spPr/>
    </dgm:pt>
    <dgm:pt modelId="{24352593-EF3E-418C-822D-1DA271A0B9EE}" type="pres">
      <dgm:prSet presAssocID="{39409168-8761-45F1-8966-247ECB52A382}" presName="spNode" presStyleCnt="0"/>
      <dgm:spPr/>
    </dgm:pt>
    <dgm:pt modelId="{9E288920-D174-4615-AD75-F5B2F909FFCC}" type="pres">
      <dgm:prSet presAssocID="{BCDD69B0-7D56-453B-AB02-C8EEB08D1A92}" presName="sibTrans" presStyleLbl="sibTrans1D1" presStyleIdx="1" presStyleCnt="6"/>
      <dgm:spPr/>
    </dgm:pt>
    <dgm:pt modelId="{3093347F-85CE-4657-9788-FEB1032309CD}" type="pres">
      <dgm:prSet presAssocID="{7152A889-1956-4E4E-9FAF-1194FB5A2133}" presName="node" presStyleLbl="node1" presStyleIdx="2" presStyleCnt="6">
        <dgm:presLayoutVars>
          <dgm:bulletEnabled val="1"/>
        </dgm:presLayoutVars>
      </dgm:prSet>
      <dgm:spPr/>
    </dgm:pt>
    <dgm:pt modelId="{FBCADD29-6C57-4022-8157-710F3643F816}" type="pres">
      <dgm:prSet presAssocID="{7152A889-1956-4E4E-9FAF-1194FB5A2133}" presName="spNode" presStyleCnt="0"/>
      <dgm:spPr/>
    </dgm:pt>
    <dgm:pt modelId="{E2DC2A7E-5138-4FB3-B92B-5CA49DBAAC1E}" type="pres">
      <dgm:prSet presAssocID="{F8FD1356-007B-4545-AFF9-8B6F458E43B4}" presName="sibTrans" presStyleLbl="sibTrans1D1" presStyleIdx="2" presStyleCnt="6"/>
      <dgm:spPr/>
    </dgm:pt>
    <dgm:pt modelId="{5970660A-58B2-4A53-B3BA-CC9B31B1E87C}" type="pres">
      <dgm:prSet presAssocID="{BBF26E79-5157-4AE6-91DD-21E2BB937242}" presName="node" presStyleLbl="node1" presStyleIdx="3" presStyleCnt="6">
        <dgm:presLayoutVars>
          <dgm:bulletEnabled val="1"/>
        </dgm:presLayoutVars>
      </dgm:prSet>
      <dgm:spPr/>
    </dgm:pt>
    <dgm:pt modelId="{F88B5B62-398A-49F4-B8EE-FF5B8A1665A0}" type="pres">
      <dgm:prSet presAssocID="{BBF26E79-5157-4AE6-91DD-21E2BB937242}" presName="spNode" presStyleCnt="0"/>
      <dgm:spPr/>
    </dgm:pt>
    <dgm:pt modelId="{34C3A581-1AEE-476C-9FAF-CB5C9F09D8C7}" type="pres">
      <dgm:prSet presAssocID="{F347EF3D-7E42-437E-936B-0807333EB0AF}" presName="sibTrans" presStyleLbl="sibTrans1D1" presStyleIdx="3" presStyleCnt="6"/>
      <dgm:spPr/>
    </dgm:pt>
    <dgm:pt modelId="{99CF7B0D-B4C8-43C0-A7F3-A6991013A02E}" type="pres">
      <dgm:prSet presAssocID="{6BCE139B-7BFB-438D-9F7B-726052118BEA}" presName="node" presStyleLbl="node1" presStyleIdx="4" presStyleCnt="6">
        <dgm:presLayoutVars>
          <dgm:bulletEnabled val="1"/>
        </dgm:presLayoutVars>
      </dgm:prSet>
      <dgm:spPr/>
    </dgm:pt>
    <dgm:pt modelId="{76196940-C287-44EF-A8E9-7A8ABAB68916}" type="pres">
      <dgm:prSet presAssocID="{6BCE139B-7BFB-438D-9F7B-726052118BEA}" presName="spNode" presStyleCnt="0"/>
      <dgm:spPr/>
    </dgm:pt>
    <dgm:pt modelId="{5A662E66-20D2-4F70-8240-54DAD1D659E4}" type="pres">
      <dgm:prSet presAssocID="{9EE8E75F-E372-46FF-AF09-E200BA19C56D}" presName="sibTrans" presStyleLbl="sibTrans1D1" presStyleIdx="4" presStyleCnt="6"/>
      <dgm:spPr/>
    </dgm:pt>
    <dgm:pt modelId="{38462596-C438-4DBA-B9AF-2A09635EB843}" type="pres">
      <dgm:prSet presAssocID="{4099455B-5A89-44B7-963D-DFF98356C441}" presName="node" presStyleLbl="node1" presStyleIdx="5" presStyleCnt="6">
        <dgm:presLayoutVars>
          <dgm:bulletEnabled val="1"/>
        </dgm:presLayoutVars>
      </dgm:prSet>
      <dgm:spPr/>
    </dgm:pt>
    <dgm:pt modelId="{F162AF3A-086D-443F-95AC-ED3ADC8D5081}" type="pres">
      <dgm:prSet presAssocID="{4099455B-5A89-44B7-963D-DFF98356C441}" presName="spNode" presStyleCnt="0"/>
      <dgm:spPr/>
    </dgm:pt>
    <dgm:pt modelId="{D3001809-371F-41F2-A5B5-442C2FD4EFC1}" type="pres">
      <dgm:prSet presAssocID="{98ABDD53-166D-4CE5-A134-0A8C243B6955}" presName="sibTrans" presStyleLbl="sibTrans1D1" presStyleIdx="5" presStyleCnt="6"/>
      <dgm:spPr/>
    </dgm:pt>
  </dgm:ptLst>
  <dgm:cxnLst>
    <dgm:cxn modelId="{11B8D404-53C2-4FA3-9411-59E2C9CD71F1}" type="presOf" srcId="{06C594C5-F6CF-4770-BA6A-57B279E1551C}" destId="{D3CD6032-7E4E-4CEF-85A5-7D3F8968352C}" srcOrd="0" destOrd="0" presId="urn:microsoft.com/office/officeart/2005/8/layout/cycle5"/>
    <dgm:cxn modelId="{7F80D909-5059-4118-A053-370CD0AFC1D9}" srcId="{0035A444-F80D-46C8-9106-44649B3F3176}" destId="{7152A889-1956-4E4E-9FAF-1194FB5A2133}" srcOrd="2" destOrd="0" parTransId="{5264D857-F4B9-4E19-8CDF-BE648BDA6C1F}" sibTransId="{F8FD1356-007B-4545-AFF9-8B6F458E43B4}"/>
    <dgm:cxn modelId="{A274F30A-0BCE-4B68-82A8-1904C31B88D6}" type="presOf" srcId="{6BCE139B-7BFB-438D-9F7B-726052118BEA}" destId="{99CF7B0D-B4C8-43C0-A7F3-A6991013A02E}" srcOrd="0" destOrd="0" presId="urn:microsoft.com/office/officeart/2005/8/layout/cycle5"/>
    <dgm:cxn modelId="{83C1470F-551F-40C8-8EEF-E0EB325947D3}" srcId="{0035A444-F80D-46C8-9106-44649B3F3176}" destId="{4099455B-5A89-44B7-963D-DFF98356C441}" srcOrd="5" destOrd="0" parTransId="{A68AE93F-9189-46D4-B4BC-2C6E024754BD}" sibTransId="{98ABDD53-166D-4CE5-A134-0A8C243B6955}"/>
    <dgm:cxn modelId="{298FF31F-4385-4C0F-8909-791F50131974}" type="presOf" srcId="{9EE8E75F-E372-46FF-AF09-E200BA19C56D}" destId="{5A662E66-20D2-4F70-8240-54DAD1D659E4}" srcOrd="0" destOrd="0" presId="urn:microsoft.com/office/officeart/2005/8/layout/cycle5"/>
    <dgm:cxn modelId="{47E82E3D-0A30-45EB-B69C-221596058F99}" srcId="{0035A444-F80D-46C8-9106-44649B3F3176}" destId="{6BCE139B-7BFB-438D-9F7B-726052118BEA}" srcOrd="4" destOrd="0" parTransId="{B0717877-2C2B-4127-A7A8-142887BCC753}" sibTransId="{9EE8E75F-E372-46FF-AF09-E200BA19C56D}"/>
    <dgm:cxn modelId="{E4A0DF60-539E-47E6-8F6F-FBBB1232D3CE}" type="presOf" srcId="{BCDD69B0-7D56-453B-AB02-C8EEB08D1A92}" destId="{9E288920-D174-4615-AD75-F5B2F909FFCC}" srcOrd="0" destOrd="0" presId="urn:microsoft.com/office/officeart/2005/8/layout/cycle5"/>
    <dgm:cxn modelId="{4FD21748-24A3-4A60-AC99-1B7D2D222D0B}" type="presOf" srcId="{F8FD1356-007B-4545-AFF9-8B6F458E43B4}" destId="{E2DC2A7E-5138-4FB3-B92B-5CA49DBAAC1E}" srcOrd="0" destOrd="0" presId="urn:microsoft.com/office/officeart/2005/8/layout/cycle5"/>
    <dgm:cxn modelId="{C02BE94D-32AC-42F3-BED2-C1A6758BD806}" type="presOf" srcId="{98ABDD53-166D-4CE5-A134-0A8C243B6955}" destId="{D3001809-371F-41F2-A5B5-442C2FD4EFC1}" srcOrd="0" destOrd="0" presId="urn:microsoft.com/office/officeart/2005/8/layout/cycle5"/>
    <dgm:cxn modelId="{1E774474-1934-402F-A1F2-6E4D2F71AE8E}" type="presOf" srcId="{0035A444-F80D-46C8-9106-44649B3F3176}" destId="{96A9B2E6-10F5-44FF-8A6E-69F162365A8A}" srcOrd="0" destOrd="0" presId="urn:microsoft.com/office/officeart/2005/8/layout/cycle5"/>
    <dgm:cxn modelId="{5CCBB575-31EE-4293-A31A-043BD315FBC5}" type="presOf" srcId="{F347EF3D-7E42-437E-936B-0807333EB0AF}" destId="{34C3A581-1AEE-476C-9FAF-CB5C9F09D8C7}" srcOrd="0" destOrd="0" presId="urn:microsoft.com/office/officeart/2005/8/layout/cycle5"/>
    <dgm:cxn modelId="{E80C9F97-0B9A-484B-9BC7-C545BFC97DF6}" srcId="{0035A444-F80D-46C8-9106-44649B3F3176}" destId="{BBF26E79-5157-4AE6-91DD-21E2BB937242}" srcOrd="3" destOrd="0" parTransId="{064E9B8F-F6E6-4BEE-935C-CD4206EA0739}" sibTransId="{F347EF3D-7E42-437E-936B-0807333EB0AF}"/>
    <dgm:cxn modelId="{834EF19D-5BF1-4600-A042-E95EB96A7631}" type="presOf" srcId="{4099455B-5A89-44B7-963D-DFF98356C441}" destId="{38462596-C438-4DBA-B9AF-2A09635EB843}" srcOrd="0" destOrd="0" presId="urn:microsoft.com/office/officeart/2005/8/layout/cycle5"/>
    <dgm:cxn modelId="{2B6C99B0-AAF8-4BB2-8282-4CB5EBB594BB}" type="presOf" srcId="{50B298BE-5C87-4991-88A9-D519566A1A14}" destId="{0CE3C962-303E-439B-A47D-038D6260338E}" srcOrd="0" destOrd="0" presId="urn:microsoft.com/office/officeart/2005/8/layout/cycle5"/>
    <dgm:cxn modelId="{B5543EBD-51E4-466D-BB47-4C0D5CBAA7A6}" type="presOf" srcId="{BBF26E79-5157-4AE6-91DD-21E2BB937242}" destId="{5970660A-58B2-4A53-B3BA-CC9B31B1E87C}" srcOrd="0" destOrd="0" presId="urn:microsoft.com/office/officeart/2005/8/layout/cycle5"/>
    <dgm:cxn modelId="{E752C5C2-FDE6-4536-B281-A8EC2256C5A4}" srcId="{0035A444-F80D-46C8-9106-44649B3F3176}" destId="{50B298BE-5C87-4991-88A9-D519566A1A14}" srcOrd="0" destOrd="0" parTransId="{27578AF6-0D63-4D95-AEE7-A6B021798817}" sibTransId="{06C594C5-F6CF-4770-BA6A-57B279E1551C}"/>
    <dgm:cxn modelId="{6749E3DB-B8BC-455B-9429-F606E3FB8594}" type="presOf" srcId="{7152A889-1956-4E4E-9FAF-1194FB5A2133}" destId="{3093347F-85CE-4657-9788-FEB1032309CD}" srcOrd="0" destOrd="0" presId="urn:microsoft.com/office/officeart/2005/8/layout/cycle5"/>
    <dgm:cxn modelId="{3DB43DE4-DAF3-451D-9DF7-5A4E0506EB0A}" type="presOf" srcId="{39409168-8761-45F1-8966-247ECB52A382}" destId="{342A1451-BC66-44DA-B628-51A1B33D2269}" srcOrd="0" destOrd="0" presId="urn:microsoft.com/office/officeart/2005/8/layout/cycle5"/>
    <dgm:cxn modelId="{C25A83E5-FC4E-43AB-AB0D-F07BFF3090A0}" srcId="{0035A444-F80D-46C8-9106-44649B3F3176}" destId="{39409168-8761-45F1-8966-247ECB52A382}" srcOrd="1" destOrd="0" parTransId="{6063D5CA-7A7A-4163-8258-D75B48564E53}" sibTransId="{BCDD69B0-7D56-453B-AB02-C8EEB08D1A92}"/>
    <dgm:cxn modelId="{0E097895-E078-40DA-9F58-F71FF8ED4178}" type="presParOf" srcId="{96A9B2E6-10F5-44FF-8A6E-69F162365A8A}" destId="{0CE3C962-303E-439B-A47D-038D6260338E}" srcOrd="0" destOrd="0" presId="urn:microsoft.com/office/officeart/2005/8/layout/cycle5"/>
    <dgm:cxn modelId="{10DD5C7A-1D04-4E92-8F03-F68D6F3788CA}" type="presParOf" srcId="{96A9B2E6-10F5-44FF-8A6E-69F162365A8A}" destId="{484FED51-07F7-49D4-93D3-7DE9FD1D13BD}" srcOrd="1" destOrd="0" presId="urn:microsoft.com/office/officeart/2005/8/layout/cycle5"/>
    <dgm:cxn modelId="{E162DF23-F5F6-49F5-8728-2BBE9A550C5B}" type="presParOf" srcId="{96A9B2E6-10F5-44FF-8A6E-69F162365A8A}" destId="{D3CD6032-7E4E-4CEF-85A5-7D3F8968352C}" srcOrd="2" destOrd="0" presId="urn:microsoft.com/office/officeart/2005/8/layout/cycle5"/>
    <dgm:cxn modelId="{04CC67EA-A2FD-497E-B696-D714F16352AC}" type="presParOf" srcId="{96A9B2E6-10F5-44FF-8A6E-69F162365A8A}" destId="{342A1451-BC66-44DA-B628-51A1B33D2269}" srcOrd="3" destOrd="0" presId="urn:microsoft.com/office/officeart/2005/8/layout/cycle5"/>
    <dgm:cxn modelId="{150C84E1-1007-4094-9B36-F02148B85A60}" type="presParOf" srcId="{96A9B2E6-10F5-44FF-8A6E-69F162365A8A}" destId="{24352593-EF3E-418C-822D-1DA271A0B9EE}" srcOrd="4" destOrd="0" presId="urn:microsoft.com/office/officeart/2005/8/layout/cycle5"/>
    <dgm:cxn modelId="{35D4E0CA-F177-4DFE-86A8-15AAE0F69CA5}" type="presParOf" srcId="{96A9B2E6-10F5-44FF-8A6E-69F162365A8A}" destId="{9E288920-D174-4615-AD75-F5B2F909FFCC}" srcOrd="5" destOrd="0" presId="urn:microsoft.com/office/officeart/2005/8/layout/cycle5"/>
    <dgm:cxn modelId="{7DEBF01E-51F5-443B-871E-FA3C5E43CA75}" type="presParOf" srcId="{96A9B2E6-10F5-44FF-8A6E-69F162365A8A}" destId="{3093347F-85CE-4657-9788-FEB1032309CD}" srcOrd="6" destOrd="0" presId="urn:microsoft.com/office/officeart/2005/8/layout/cycle5"/>
    <dgm:cxn modelId="{AF698C61-2B21-445D-B880-A74AA652FA7B}" type="presParOf" srcId="{96A9B2E6-10F5-44FF-8A6E-69F162365A8A}" destId="{FBCADD29-6C57-4022-8157-710F3643F816}" srcOrd="7" destOrd="0" presId="urn:microsoft.com/office/officeart/2005/8/layout/cycle5"/>
    <dgm:cxn modelId="{FC051676-1F92-4E3F-918B-5A4DF5C2E56D}" type="presParOf" srcId="{96A9B2E6-10F5-44FF-8A6E-69F162365A8A}" destId="{E2DC2A7E-5138-4FB3-B92B-5CA49DBAAC1E}" srcOrd="8" destOrd="0" presId="urn:microsoft.com/office/officeart/2005/8/layout/cycle5"/>
    <dgm:cxn modelId="{3B11625A-2239-4AF8-AAD4-D9F1B504D84F}" type="presParOf" srcId="{96A9B2E6-10F5-44FF-8A6E-69F162365A8A}" destId="{5970660A-58B2-4A53-B3BA-CC9B31B1E87C}" srcOrd="9" destOrd="0" presId="urn:microsoft.com/office/officeart/2005/8/layout/cycle5"/>
    <dgm:cxn modelId="{996EC2D7-1826-4AE1-8ECB-60BCD0B66257}" type="presParOf" srcId="{96A9B2E6-10F5-44FF-8A6E-69F162365A8A}" destId="{F88B5B62-398A-49F4-B8EE-FF5B8A1665A0}" srcOrd="10" destOrd="0" presId="urn:microsoft.com/office/officeart/2005/8/layout/cycle5"/>
    <dgm:cxn modelId="{C6743F58-F0FF-40DC-9736-BC29C2FB9CE4}" type="presParOf" srcId="{96A9B2E6-10F5-44FF-8A6E-69F162365A8A}" destId="{34C3A581-1AEE-476C-9FAF-CB5C9F09D8C7}" srcOrd="11" destOrd="0" presId="urn:microsoft.com/office/officeart/2005/8/layout/cycle5"/>
    <dgm:cxn modelId="{903EEA53-EF8D-42A3-A002-090594B31EE7}" type="presParOf" srcId="{96A9B2E6-10F5-44FF-8A6E-69F162365A8A}" destId="{99CF7B0D-B4C8-43C0-A7F3-A6991013A02E}" srcOrd="12" destOrd="0" presId="urn:microsoft.com/office/officeart/2005/8/layout/cycle5"/>
    <dgm:cxn modelId="{B9B02729-27A0-4F3E-BD17-CB3E179F91F8}" type="presParOf" srcId="{96A9B2E6-10F5-44FF-8A6E-69F162365A8A}" destId="{76196940-C287-44EF-A8E9-7A8ABAB68916}" srcOrd="13" destOrd="0" presId="urn:microsoft.com/office/officeart/2005/8/layout/cycle5"/>
    <dgm:cxn modelId="{0E1D164E-05B7-42BD-87DE-A23D3C12C89E}" type="presParOf" srcId="{96A9B2E6-10F5-44FF-8A6E-69F162365A8A}" destId="{5A662E66-20D2-4F70-8240-54DAD1D659E4}" srcOrd="14" destOrd="0" presId="urn:microsoft.com/office/officeart/2005/8/layout/cycle5"/>
    <dgm:cxn modelId="{5328E44C-322E-42BD-B704-9E6039130F20}" type="presParOf" srcId="{96A9B2E6-10F5-44FF-8A6E-69F162365A8A}" destId="{38462596-C438-4DBA-B9AF-2A09635EB843}" srcOrd="15" destOrd="0" presId="urn:microsoft.com/office/officeart/2005/8/layout/cycle5"/>
    <dgm:cxn modelId="{AED4F122-D4B5-47DE-A6B9-B990BB85DBB0}" type="presParOf" srcId="{96A9B2E6-10F5-44FF-8A6E-69F162365A8A}" destId="{F162AF3A-086D-443F-95AC-ED3ADC8D5081}" srcOrd="16" destOrd="0" presId="urn:microsoft.com/office/officeart/2005/8/layout/cycle5"/>
    <dgm:cxn modelId="{1D891BD2-B27E-4D39-A2BB-2D27AD9CA1BE}" type="presParOf" srcId="{96A9B2E6-10F5-44FF-8A6E-69F162365A8A}" destId="{D3001809-371F-41F2-A5B5-442C2FD4EFC1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F84A2D-B5BC-4571-B8FA-D3C25E42317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C4EB6F-CCC9-43B3-AF72-A7D7DCE3B477}">
      <dgm:prSet phldrT="[Text]" phldr="0"/>
      <dgm:spPr/>
      <dgm:t>
        <a:bodyPr/>
        <a:lstStyle/>
        <a:p>
          <a:r>
            <a:rPr lang="en-US" dirty="0"/>
            <a:t>Implementation</a:t>
          </a:r>
        </a:p>
      </dgm:t>
    </dgm:pt>
    <dgm:pt modelId="{03C0627C-BB0F-45B8-B3A3-6DB12A321509}" type="parTrans" cxnId="{B63A7AB3-7F87-49CA-868A-0A73D20F53D0}">
      <dgm:prSet/>
      <dgm:spPr/>
      <dgm:t>
        <a:bodyPr/>
        <a:lstStyle/>
        <a:p>
          <a:endParaRPr lang="en-US"/>
        </a:p>
      </dgm:t>
    </dgm:pt>
    <dgm:pt modelId="{76B2F627-C2CE-4055-A7CC-AF3976A14FA4}" type="sibTrans" cxnId="{B63A7AB3-7F87-49CA-868A-0A73D20F53D0}">
      <dgm:prSet/>
      <dgm:spPr/>
      <dgm:t>
        <a:bodyPr/>
        <a:lstStyle/>
        <a:p>
          <a:endParaRPr lang="en-US"/>
        </a:p>
      </dgm:t>
    </dgm:pt>
    <dgm:pt modelId="{A89934DC-A57B-4DC9-9B04-CF0139C66259}">
      <dgm:prSet phldrT="[Text]" phldr="1"/>
      <dgm:spPr/>
      <dgm:t>
        <a:bodyPr/>
        <a:lstStyle/>
        <a:p>
          <a:endParaRPr lang="en-US" dirty="0"/>
        </a:p>
      </dgm:t>
    </dgm:pt>
    <dgm:pt modelId="{8092D4A6-AF98-4442-8C38-6E0B61E33503}" type="parTrans" cxnId="{3499AC2B-23B0-431F-86C6-BB47BA530C24}">
      <dgm:prSet/>
      <dgm:spPr/>
      <dgm:t>
        <a:bodyPr/>
        <a:lstStyle/>
        <a:p>
          <a:endParaRPr lang="en-US"/>
        </a:p>
      </dgm:t>
    </dgm:pt>
    <dgm:pt modelId="{4B3CE43C-7CE8-4B41-B5AA-90C2DB67CBB2}" type="sibTrans" cxnId="{3499AC2B-23B0-431F-86C6-BB47BA530C24}">
      <dgm:prSet/>
      <dgm:spPr/>
      <dgm:t>
        <a:bodyPr/>
        <a:lstStyle/>
        <a:p>
          <a:endParaRPr lang="en-US"/>
        </a:p>
      </dgm:t>
    </dgm:pt>
    <dgm:pt modelId="{1CA1EA8C-2B33-42C7-B60E-85C289EBB2D8}">
      <dgm:prSet phldrT="[Text]" phldr="0"/>
      <dgm:spPr/>
      <dgm:t>
        <a:bodyPr/>
        <a:lstStyle/>
        <a:p>
          <a:r>
            <a:rPr lang="en-US" dirty="0"/>
            <a:t>Testing</a:t>
          </a:r>
        </a:p>
      </dgm:t>
    </dgm:pt>
    <dgm:pt modelId="{C3610075-5102-4920-A07B-B3499D295FD7}" type="parTrans" cxnId="{0437AAF8-AF35-4D58-AC0D-713748AA4BFD}">
      <dgm:prSet/>
      <dgm:spPr/>
      <dgm:t>
        <a:bodyPr/>
        <a:lstStyle/>
        <a:p>
          <a:endParaRPr lang="en-US"/>
        </a:p>
      </dgm:t>
    </dgm:pt>
    <dgm:pt modelId="{EB35DA55-1FE0-4C90-8711-8D90A60B6089}" type="sibTrans" cxnId="{0437AAF8-AF35-4D58-AC0D-713748AA4BFD}">
      <dgm:prSet/>
      <dgm:spPr/>
      <dgm:t>
        <a:bodyPr/>
        <a:lstStyle/>
        <a:p>
          <a:endParaRPr lang="en-US"/>
        </a:p>
      </dgm:t>
    </dgm:pt>
    <dgm:pt modelId="{A5A2D00B-6F21-4953-A6E4-B05BB0054D7C}">
      <dgm:prSet phldrT="[Text]" phldr="1"/>
      <dgm:spPr/>
      <dgm:t>
        <a:bodyPr/>
        <a:lstStyle/>
        <a:p>
          <a:endParaRPr lang="en-US"/>
        </a:p>
      </dgm:t>
    </dgm:pt>
    <dgm:pt modelId="{A09E4D99-4D94-4265-9448-51CF13EE9EA2}" type="parTrans" cxnId="{D7E1B7B8-F228-41BE-972A-7D14AE745C28}">
      <dgm:prSet/>
      <dgm:spPr/>
      <dgm:t>
        <a:bodyPr/>
        <a:lstStyle/>
        <a:p>
          <a:endParaRPr lang="en-US"/>
        </a:p>
      </dgm:t>
    </dgm:pt>
    <dgm:pt modelId="{CAE57C63-BD7C-4115-B8A6-371365EB9942}" type="sibTrans" cxnId="{D7E1B7B8-F228-41BE-972A-7D14AE745C28}">
      <dgm:prSet/>
      <dgm:spPr/>
      <dgm:t>
        <a:bodyPr/>
        <a:lstStyle/>
        <a:p>
          <a:endParaRPr lang="en-US"/>
        </a:p>
      </dgm:t>
    </dgm:pt>
    <dgm:pt modelId="{75203A5F-DEB3-4EFE-8AE2-C050712C9C5C}">
      <dgm:prSet phldrT="[Text]" phldr="0"/>
      <dgm:spPr/>
      <dgm:t>
        <a:bodyPr/>
        <a:lstStyle/>
        <a:p>
          <a:r>
            <a:rPr lang="en-US" dirty="0"/>
            <a:t>Maintenance</a:t>
          </a:r>
        </a:p>
      </dgm:t>
    </dgm:pt>
    <dgm:pt modelId="{900703BA-C873-40B8-AF0D-10B024C3CD25}" type="parTrans" cxnId="{7CAC30B2-B038-4873-BC48-2FC85927673B}">
      <dgm:prSet/>
      <dgm:spPr/>
      <dgm:t>
        <a:bodyPr/>
        <a:lstStyle/>
        <a:p>
          <a:endParaRPr lang="en-US"/>
        </a:p>
      </dgm:t>
    </dgm:pt>
    <dgm:pt modelId="{ECC70BDA-777B-4825-9DF9-D19793693D06}" type="sibTrans" cxnId="{7CAC30B2-B038-4873-BC48-2FC85927673B}">
      <dgm:prSet/>
      <dgm:spPr/>
      <dgm:t>
        <a:bodyPr/>
        <a:lstStyle/>
        <a:p>
          <a:endParaRPr lang="en-US"/>
        </a:p>
      </dgm:t>
    </dgm:pt>
    <dgm:pt modelId="{F8FE551D-63E8-446B-9877-1F384BFBF6E2}">
      <dgm:prSet phldrT="[Text]" phldr="1"/>
      <dgm:spPr/>
      <dgm:t>
        <a:bodyPr/>
        <a:lstStyle/>
        <a:p>
          <a:endParaRPr lang="en-US"/>
        </a:p>
      </dgm:t>
    </dgm:pt>
    <dgm:pt modelId="{37BD0317-C1E1-4ED8-B54E-F42E3A1D2989}" type="parTrans" cxnId="{12190BDB-E54F-44D5-8514-E1E7C235CEC6}">
      <dgm:prSet/>
      <dgm:spPr/>
      <dgm:t>
        <a:bodyPr/>
        <a:lstStyle/>
        <a:p>
          <a:endParaRPr lang="en-US"/>
        </a:p>
      </dgm:t>
    </dgm:pt>
    <dgm:pt modelId="{F5F59BE4-82AF-45EC-AC96-CB9A5B0E0B53}" type="sibTrans" cxnId="{12190BDB-E54F-44D5-8514-E1E7C235CEC6}">
      <dgm:prSet/>
      <dgm:spPr/>
      <dgm:t>
        <a:bodyPr/>
        <a:lstStyle/>
        <a:p>
          <a:endParaRPr lang="en-US"/>
        </a:p>
      </dgm:t>
    </dgm:pt>
    <dgm:pt modelId="{49629CE5-4E82-49A1-A23E-CD8A1D336872}">
      <dgm:prSet/>
      <dgm:spPr/>
      <dgm:t>
        <a:bodyPr/>
        <a:lstStyle/>
        <a:p>
          <a:r>
            <a:rPr lang="en-US" dirty="0"/>
            <a:t>Design</a:t>
          </a:r>
        </a:p>
      </dgm:t>
    </dgm:pt>
    <dgm:pt modelId="{790F6B9D-8322-4F3B-9093-8DAD53444723}" type="parTrans" cxnId="{5762F93F-718B-40C4-BAEC-592B2B150238}">
      <dgm:prSet/>
      <dgm:spPr/>
      <dgm:t>
        <a:bodyPr/>
        <a:lstStyle/>
        <a:p>
          <a:endParaRPr lang="en-US"/>
        </a:p>
      </dgm:t>
    </dgm:pt>
    <dgm:pt modelId="{70FB8A6F-210C-4D9E-B951-7FFE9EDBF9E1}" type="sibTrans" cxnId="{5762F93F-718B-40C4-BAEC-592B2B150238}">
      <dgm:prSet/>
      <dgm:spPr/>
      <dgm:t>
        <a:bodyPr/>
        <a:lstStyle/>
        <a:p>
          <a:endParaRPr lang="en-US"/>
        </a:p>
      </dgm:t>
    </dgm:pt>
    <dgm:pt modelId="{B635F841-A31C-4575-B1EB-8A4D2B3175F8}">
      <dgm:prSet/>
      <dgm:spPr/>
      <dgm:t>
        <a:bodyPr/>
        <a:lstStyle/>
        <a:p>
          <a:r>
            <a:rPr lang="en-US" dirty="0"/>
            <a:t>Planning</a:t>
          </a:r>
        </a:p>
      </dgm:t>
    </dgm:pt>
    <dgm:pt modelId="{74D92897-0D8B-4FDD-87B1-6D3BB45B1120}" type="parTrans" cxnId="{372C4757-E725-4917-B5C4-F9C0759DE072}">
      <dgm:prSet/>
      <dgm:spPr/>
      <dgm:t>
        <a:bodyPr/>
        <a:lstStyle/>
        <a:p>
          <a:endParaRPr lang="en-US"/>
        </a:p>
      </dgm:t>
    </dgm:pt>
    <dgm:pt modelId="{37677645-05FF-411C-822C-643703E277C5}" type="sibTrans" cxnId="{372C4757-E725-4917-B5C4-F9C0759DE072}">
      <dgm:prSet/>
      <dgm:spPr/>
      <dgm:t>
        <a:bodyPr/>
        <a:lstStyle/>
        <a:p>
          <a:endParaRPr lang="en-US"/>
        </a:p>
      </dgm:t>
    </dgm:pt>
    <dgm:pt modelId="{47D0EBE1-A67A-49E1-897F-136D4809FF02}" type="pres">
      <dgm:prSet presAssocID="{33F84A2D-B5BC-4571-B8FA-D3C25E423173}" presName="rootnode" presStyleCnt="0">
        <dgm:presLayoutVars>
          <dgm:chMax/>
          <dgm:chPref/>
          <dgm:dir/>
          <dgm:animLvl val="lvl"/>
        </dgm:presLayoutVars>
      </dgm:prSet>
      <dgm:spPr/>
    </dgm:pt>
    <dgm:pt modelId="{EBAF9972-53A9-4FA1-BCA3-B85EFBD640EE}" type="pres">
      <dgm:prSet presAssocID="{B635F841-A31C-4575-B1EB-8A4D2B3175F8}" presName="composite" presStyleCnt="0"/>
      <dgm:spPr/>
    </dgm:pt>
    <dgm:pt modelId="{22582B4C-BEF6-4927-9CC4-7A212F577BE4}" type="pres">
      <dgm:prSet presAssocID="{B635F841-A31C-4575-B1EB-8A4D2B3175F8}" presName="bentUpArrow1" presStyleLbl="alignImgPlace1" presStyleIdx="0" presStyleCnt="4"/>
      <dgm:spPr/>
    </dgm:pt>
    <dgm:pt modelId="{610F282E-A3DE-41F4-991E-683E52B5C0CB}" type="pres">
      <dgm:prSet presAssocID="{B635F841-A31C-4575-B1EB-8A4D2B3175F8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F3129A3E-878C-4499-8421-81DEF2009037}" type="pres">
      <dgm:prSet presAssocID="{B635F841-A31C-4575-B1EB-8A4D2B3175F8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EA87937D-FF7C-4719-8D0D-FA8C75F01E79}" type="pres">
      <dgm:prSet presAssocID="{37677645-05FF-411C-822C-643703E277C5}" presName="sibTrans" presStyleCnt="0"/>
      <dgm:spPr/>
    </dgm:pt>
    <dgm:pt modelId="{91F7C196-1B41-4135-B391-5AC3D8ED5261}" type="pres">
      <dgm:prSet presAssocID="{49629CE5-4E82-49A1-A23E-CD8A1D336872}" presName="composite" presStyleCnt="0"/>
      <dgm:spPr/>
    </dgm:pt>
    <dgm:pt modelId="{3819E22C-7745-41E1-8E6F-42497F23B25B}" type="pres">
      <dgm:prSet presAssocID="{49629CE5-4E82-49A1-A23E-CD8A1D336872}" presName="bentUpArrow1" presStyleLbl="alignImgPlace1" presStyleIdx="1" presStyleCnt="4"/>
      <dgm:spPr/>
    </dgm:pt>
    <dgm:pt modelId="{E4188148-B99E-41E7-8B0D-F809C90FF4DA}" type="pres">
      <dgm:prSet presAssocID="{49629CE5-4E82-49A1-A23E-CD8A1D336872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3FA55339-FD29-4096-BD01-CF1DC7FF821F}" type="pres">
      <dgm:prSet presAssocID="{49629CE5-4E82-49A1-A23E-CD8A1D336872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E721E78C-FBEC-4C98-AC3D-241EF5ADB2A4}" type="pres">
      <dgm:prSet presAssocID="{70FB8A6F-210C-4D9E-B951-7FFE9EDBF9E1}" presName="sibTrans" presStyleCnt="0"/>
      <dgm:spPr/>
    </dgm:pt>
    <dgm:pt modelId="{3F0DECA1-1EE6-43FD-B738-CE585A337801}" type="pres">
      <dgm:prSet presAssocID="{ADC4EB6F-CCC9-43B3-AF72-A7D7DCE3B477}" presName="composite" presStyleCnt="0"/>
      <dgm:spPr/>
    </dgm:pt>
    <dgm:pt modelId="{9690AD47-E834-40DD-9F05-D6938B58C97B}" type="pres">
      <dgm:prSet presAssocID="{ADC4EB6F-CCC9-43B3-AF72-A7D7DCE3B477}" presName="bentUpArrow1" presStyleLbl="alignImgPlace1" presStyleIdx="2" presStyleCnt="4"/>
      <dgm:spPr/>
    </dgm:pt>
    <dgm:pt modelId="{E1A114C6-E009-40EC-A303-FC8DCBF6388A}" type="pres">
      <dgm:prSet presAssocID="{ADC4EB6F-CCC9-43B3-AF72-A7D7DCE3B477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1193D264-71A5-4356-AF56-25933912C81B}" type="pres">
      <dgm:prSet presAssocID="{ADC4EB6F-CCC9-43B3-AF72-A7D7DCE3B477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1FCBB45-3406-452C-9F59-7F0B27FDBC16}" type="pres">
      <dgm:prSet presAssocID="{76B2F627-C2CE-4055-A7CC-AF3976A14FA4}" presName="sibTrans" presStyleCnt="0"/>
      <dgm:spPr/>
    </dgm:pt>
    <dgm:pt modelId="{9006AB3C-B952-4C5E-8AE2-633BDBC835DF}" type="pres">
      <dgm:prSet presAssocID="{1CA1EA8C-2B33-42C7-B60E-85C289EBB2D8}" presName="composite" presStyleCnt="0"/>
      <dgm:spPr/>
    </dgm:pt>
    <dgm:pt modelId="{C7667052-9E9D-47C2-B925-EE0C417EDB5F}" type="pres">
      <dgm:prSet presAssocID="{1CA1EA8C-2B33-42C7-B60E-85C289EBB2D8}" presName="bentUpArrow1" presStyleLbl="alignImgPlace1" presStyleIdx="3" presStyleCnt="4"/>
      <dgm:spPr/>
    </dgm:pt>
    <dgm:pt modelId="{D03D1264-D275-43BA-8221-AA35726F0065}" type="pres">
      <dgm:prSet presAssocID="{1CA1EA8C-2B33-42C7-B60E-85C289EBB2D8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A4E359DA-515F-4788-81FD-F812A8188BE7}" type="pres">
      <dgm:prSet presAssocID="{1CA1EA8C-2B33-42C7-B60E-85C289EBB2D8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9B2429AC-12C6-4625-8157-CA5813F49BFF}" type="pres">
      <dgm:prSet presAssocID="{EB35DA55-1FE0-4C90-8711-8D90A60B6089}" presName="sibTrans" presStyleCnt="0"/>
      <dgm:spPr/>
    </dgm:pt>
    <dgm:pt modelId="{6C57CC72-31D5-40B2-B0AB-656512B3989C}" type="pres">
      <dgm:prSet presAssocID="{75203A5F-DEB3-4EFE-8AE2-C050712C9C5C}" presName="composite" presStyleCnt="0"/>
      <dgm:spPr/>
    </dgm:pt>
    <dgm:pt modelId="{C3B9116A-2F75-4184-92FC-E369CB1D0F0F}" type="pres">
      <dgm:prSet presAssocID="{75203A5F-DEB3-4EFE-8AE2-C050712C9C5C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5E65A24C-1957-4ED7-993D-0042B26E1B8A}" type="pres">
      <dgm:prSet presAssocID="{75203A5F-DEB3-4EFE-8AE2-C050712C9C5C}" presName="Final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A1FF0D-B715-4A62-B8E0-A0D0F6747849}" type="presOf" srcId="{49629CE5-4E82-49A1-A23E-CD8A1D336872}" destId="{E4188148-B99E-41E7-8B0D-F809C90FF4DA}" srcOrd="0" destOrd="0" presId="urn:microsoft.com/office/officeart/2005/8/layout/StepDownProcess"/>
    <dgm:cxn modelId="{3499AC2B-23B0-431F-86C6-BB47BA530C24}" srcId="{ADC4EB6F-CCC9-43B3-AF72-A7D7DCE3B477}" destId="{A89934DC-A57B-4DC9-9B04-CF0139C66259}" srcOrd="0" destOrd="0" parTransId="{8092D4A6-AF98-4442-8C38-6E0B61E33503}" sibTransId="{4B3CE43C-7CE8-4B41-B5AA-90C2DB67CBB2}"/>
    <dgm:cxn modelId="{1454DB36-ABDD-4ECE-A920-6A15EEFD8FC9}" type="presOf" srcId="{33F84A2D-B5BC-4571-B8FA-D3C25E423173}" destId="{47D0EBE1-A67A-49E1-897F-136D4809FF02}" srcOrd="0" destOrd="0" presId="urn:microsoft.com/office/officeart/2005/8/layout/StepDownProcess"/>
    <dgm:cxn modelId="{5762F93F-718B-40C4-BAEC-592B2B150238}" srcId="{33F84A2D-B5BC-4571-B8FA-D3C25E423173}" destId="{49629CE5-4E82-49A1-A23E-CD8A1D336872}" srcOrd="1" destOrd="0" parTransId="{790F6B9D-8322-4F3B-9093-8DAD53444723}" sibTransId="{70FB8A6F-210C-4D9E-B951-7FFE9EDBF9E1}"/>
    <dgm:cxn modelId="{9006CD41-B2FC-4719-B636-EDEC5CA40954}" type="presOf" srcId="{75203A5F-DEB3-4EFE-8AE2-C050712C9C5C}" destId="{C3B9116A-2F75-4184-92FC-E369CB1D0F0F}" srcOrd="0" destOrd="0" presId="urn:microsoft.com/office/officeart/2005/8/layout/StepDownProcess"/>
    <dgm:cxn modelId="{372C4757-E725-4917-B5C4-F9C0759DE072}" srcId="{33F84A2D-B5BC-4571-B8FA-D3C25E423173}" destId="{B635F841-A31C-4575-B1EB-8A4D2B3175F8}" srcOrd="0" destOrd="0" parTransId="{74D92897-0D8B-4FDD-87B1-6D3BB45B1120}" sibTransId="{37677645-05FF-411C-822C-643703E277C5}"/>
    <dgm:cxn modelId="{3DB4F681-5195-4D15-B048-74A440ABAE4E}" type="presOf" srcId="{A5A2D00B-6F21-4953-A6E4-B05BB0054D7C}" destId="{A4E359DA-515F-4788-81FD-F812A8188BE7}" srcOrd="0" destOrd="0" presId="urn:microsoft.com/office/officeart/2005/8/layout/StepDownProcess"/>
    <dgm:cxn modelId="{3BBF26A5-6681-4CA3-AC31-7127601C611E}" type="presOf" srcId="{F8FE551D-63E8-446B-9877-1F384BFBF6E2}" destId="{5E65A24C-1957-4ED7-993D-0042B26E1B8A}" srcOrd="0" destOrd="0" presId="urn:microsoft.com/office/officeart/2005/8/layout/StepDownProcess"/>
    <dgm:cxn modelId="{801393AE-6762-4550-ADAC-65B406234DB3}" type="presOf" srcId="{A89934DC-A57B-4DC9-9B04-CF0139C66259}" destId="{1193D264-71A5-4356-AF56-25933912C81B}" srcOrd="0" destOrd="0" presId="urn:microsoft.com/office/officeart/2005/8/layout/StepDownProcess"/>
    <dgm:cxn modelId="{7CAC30B2-B038-4873-BC48-2FC85927673B}" srcId="{33F84A2D-B5BC-4571-B8FA-D3C25E423173}" destId="{75203A5F-DEB3-4EFE-8AE2-C050712C9C5C}" srcOrd="4" destOrd="0" parTransId="{900703BA-C873-40B8-AF0D-10B024C3CD25}" sibTransId="{ECC70BDA-777B-4825-9DF9-D19793693D06}"/>
    <dgm:cxn modelId="{B63A7AB3-7F87-49CA-868A-0A73D20F53D0}" srcId="{33F84A2D-B5BC-4571-B8FA-D3C25E423173}" destId="{ADC4EB6F-CCC9-43B3-AF72-A7D7DCE3B477}" srcOrd="2" destOrd="0" parTransId="{03C0627C-BB0F-45B8-B3A3-6DB12A321509}" sibTransId="{76B2F627-C2CE-4055-A7CC-AF3976A14FA4}"/>
    <dgm:cxn modelId="{767F9DB4-A405-4662-BA67-3EF796182FEA}" type="presOf" srcId="{ADC4EB6F-CCC9-43B3-AF72-A7D7DCE3B477}" destId="{E1A114C6-E009-40EC-A303-FC8DCBF6388A}" srcOrd="0" destOrd="0" presId="urn:microsoft.com/office/officeart/2005/8/layout/StepDownProcess"/>
    <dgm:cxn modelId="{D7E1B7B8-F228-41BE-972A-7D14AE745C28}" srcId="{1CA1EA8C-2B33-42C7-B60E-85C289EBB2D8}" destId="{A5A2D00B-6F21-4953-A6E4-B05BB0054D7C}" srcOrd="0" destOrd="0" parTransId="{A09E4D99-4D94-4265-9448-51CF13EE9EA2}" sibTransId="{CAE57C63-BD7C-4115-B8A6-371365EB9942}"/>
    <dgm:cxn modelId="{12190BDB-E54F-44D5-8514-E1E7C235CEC6}" srcId="{75203A5F-DEB3-4EFE-8AE2-C050712C9C5C}" destId="{F8FE551D-63E8-446B-9877-1F384BFBF6E2}" srcOrd="0" destOrd="0" parTransId="{37BD0317-C1E1-4ED8-B54E-F42E3A1D2989}" sibTransId="{F5F59BE4-82AF-45EC-AC96-CB9A5B0E0B53}"/>
    <dgm:cxn modelId="{76A418E0-E0D6-426F-8FFC-78B17619B72E}" type="presOf" srcId="{B635F841-A31C-4575-B1EB-8A4D2B3175F8}" destId="{610F282E-A3DE-41F4-991E-683E52B5C0CB}" srcOrd="0" destOrd="0" presId="urn:microsoft.com/office/officeart/2005/8/layout/StepDownProcess"/>
    <dgm:cxn modelId="{47CBDEE1-5F89-4094-91BE-FEF04DA6B0CB}" type="presOf" srcId="{1CA1EA8C-2B33-42C7-B60E-85C289EBB2D8}" destId="{D03D1264-D275-43BA-8221-AA35726F0065}" srcOrd="0" destOrd="0" presId="urn:microsoft.com/office/officeart/2005/8/layout/StepDownProcess"/>
    <dgm:cxn modelId="{0437AAF8-AF35-4D58-AC0D-713748AA4BFD}" srcId="{33F84A2D-B5BC-4571-B8FA-D3C25E423173}" destId="{1CA1EA8C-2B33-42C7-B60E-85C289EBB2D8}" srcOrd="3" destOrd="0" parTransId="{C3610075-5102-4920-A07B-B3499D295FD7}" sibTransId="{EB35DA55-1FE0-4C90-8711-8D90A60B6089}"/>
    <dgm:cxn modelId="{7F094116-F51B-4B24-A2B1-117D162E81E7}" type="presParOf" srcId="{47D0EBE1-A67A-49E1-897F-136D4809FF02}" destId="{EBAF9972-53A9-4FA1-BCA3-B85EFBD640EE}" srcOrd="0" destOrd="0" presId="urn:microsoft.com/office/officeart/2005/8/layout/StepDownProcess"/>
    <dgm:cxn modelId="{335FE2B7-F7D3-4904-91FF-F35F6A988715}" type="presParOf" srcId="{EBAF9972-53A9-4FA1-BCA3-B85EFBD640EE}" destId="{22582B4C-BEF6-4927-9CC4-7A212F577BE4}" srcOrd="0" destOrd="0" presId="urn:microsoft.com/office/officeart/2005/8/layout/StepDownProcess"/>
    <dgm:cxn modelId="{9DD0D57B-3A2C-476B-84EB-C3152BE14F6C}" type="presParOf" srcId="{EBAF9972-53A9-4FA1-BCA3-B85EFBD640EE}" destId="{610F282E-A3DE-41F4-991E-683E52B5C0CB}" srcOrd="1" destOrd="0" presId="urn:microsoft.com/office/officeart/2005/8/layout/StepDownProcess"/>
    <dgm:cxn modelId="{50E400A1-A209-44CE-981E-047E378254DC}" type="presParOf" srcId="{EBAF9972-53A9-4FA1-BCA3-B85EFBD640EE}" destId="{F3129A3E-878C-4499-8421-81DEF2009037}" srcOrd="2" destOrd="0" presId="urn:microsoft.com/office/officeart/2005/8/layout/StepDownProcess"/>
    <dgm:cxn modelId="{A0AC54CC-9355-4B27-BD31-E4BA6E31DDE2}" type="presParOf" srcId="{47D0EBE1-A67A-49E1-897F-136D4809FF02}" destId="{EA87937D-FF7C-4719-8D0D-FA8C75F01E79}" srcOrd="1" destOrd="0" presId="urn:microsoft.com/office/officeart/2005/8/layout/StepDownProcess"/>
    <dgm:cxn modelId="{6BEF1318-92F0-4E27-9C05-261B334E6B07}" type="presParOf" srcId="{47D0EBE1-A67A-49E1-897F-136D4809FF02}" destId="{91F7C196-1B41-4135-B391-5AC3D8ED5261}" srcOrd="2" destOrd="0" presId="urn:microsoft.com/office/officeart/2005/8/layout/StepDownProcess"/>
    <dgm:cxn modelId="{EF6B8735-A439-4560-B933-0C93101DB5E5}" type="presParOf" srcId="{91F7C196-1B41-4135-B391-5AC3D8ED5261}" destId="{3819E22C-7745-41E1-8E6F-42497F23B25B}" srcOrd="0" destOrd="0" presId="urn:microsoft.com/office/officeart/2005/8/layout/StepDownProcess"/>
    <dgm:cxn modelId="{F1AF5032-A8F4-49F8-A387-AB928203C5AA}" type="presParOf" srcId="{91F7C196-1B41-4135-B391-5AC3D8ED5261}" destId="{E4188148-B99E-41E7-8B0D-F809C90FF4DA}" srcOrd="1" destOrd="0" presId="urn:microsoft.com/office/officeart/2005/8/layout/StepDownProcess"/>
    <dgm:cxn modelId="{64894DAB-6F5C-420E-8D6F-BA19BD1D66EC}" type="presParOf" srcId="{91F7C196-1B41-4135-B391-5AC3D8ED5261}" destId="{3FA55339-FD29-4096-BD01-CF1DC7FF821F}" srcOrd="2" destOrd="0" presId="urn:microsoft.com/office/officeart/2005/8/layout/StepDownProcess"/>
    <dgm:cxn modelId="{A4459C34-C6DD-499C-A095-288C2B6C8768}" type="presParOf" srcId="{47D0EBE1-A67A-49E1-897F-136D4809FF02}" destId="{E721E78C-FBEC-4C98-AC3D-241EF5ADB2A4}" srcOrd="3" destOrd="0" presId="urn:microsoft.com/office/officeart/2005/8/layout/StepDownProcess"/>
    <dgm:cxn modelId="{C0C13BB8-D0DF-41D6-AC98-6613D3D12934}" type="presParOf" srcId="{47D0EBE1-A67A-49E1-897F-136D4809FF02}" destId="{3F0DECA1-1EE6-43FD-B738-CE585A337801}" srcOrd="4" destOrd="0" presId="urn:microsoft.com/office/officeart/2005/8/layout/StepDownProcess"/>
    <dgm:cxn modelId="{1C4E7AFD-573C-4258-BCB8-482959310F88}" type="presParOf" srcId="{3F0DECA1-1EE6-43FD-B738-CE585A337801}" destId="{9690AD47-E834-40DD-9F05-D6938B58C97B}" srcOrd="0" destOrd="0" presId="urn:microsoft.com/office/officeart/2005/8/layout/StepDownProcess"/>
    <dgm:cxn modelId="{182A0254-0432-43DF-B2F2-4F74E314652B}" type="presParOf" srcId="{3F0DECA1-1EE6-43FD-B738-CE585A337801}" destId="{E1A114C6-E009-40EC-A303-FC8DCBF6388A}" srcOrd="1" destOrd="0" presId="urn:microsoft.com/office/officeart/2005/8/layout/StepDownProcess"/>
    <dgm:cxn modelId="{45863EA9-252F-40C9-96EC-4897C0676CBE}" type="presParOf" srcId="{3F0DECA1-1EE6-43FD-B738-CE585A337801}" destId="{1193D264-71A5-4356-AF56-25933912C81B}" srcOrd="2" destOrd="0" presId="urn:microsoft.com/office/officeart/2005/8/layout/StepDownProcess"/>
    <dgm:cxn modelId="{94057C1A-4BBD-473D-BE63-FEA907C4B1D8}" type="presParOf" srcId="{47D0EBE1-A67A-49E1-897F-136D4809FF02}" destId="{F1FCBB45-3406-452C-9F59-7F0B27FDBC16}" srcOrd="5" destOrd="0" presId="urn:microsoft.com/office/officeart/2005/8/layout/StepDownProcess"/>
    <dgm:cxn modelId="{1B910039-E25A-4708-8A8B-2EC366112C0E}" type="presParOf" srcId="{47D0EBE1-A67A-49E1-897F-136D4809FF02}" destId="{9006AB3C-B952-4C5E-8AE2-633BDBC835DF}" srcOrd="6" destOrd="0" presId="urn:microsoft.com/office/officeart/2005/8/layout/StepDownProcess"/>
    <dgm:cxn modelId="{5B641F89-0C3E-485D-B9C4-FAFBCF1D9736}" type="presParOf" srcId="{9006AB3C-B952-4C5E-8AE2-633BDBC835DF}" destId="{C7667052-9E9D-47C2-B925-EE0C417EDB5F}" srcOrd="0" destOrd="0" presId="urn:microsoft.com/office/officeart/2005/8/layout/StepDownProcess"/>
    <dgm:cxn modelId="{C185DBAC-8624-4539-80EE-7741EE2655E4}" type="presParOf" srcId="{9006AB3C-B952-4C5E-8AE2-633BDBC835DF}" destId="{D03D1264-D275-43BA-8221-AA35726F0065}" srcOrd="1" destOrd="0" presId="urn:microsoft.com/office/officeart/2005/8/layout/StepDownProcess"/>
    <dgm:cxn modelId="{E9BB7891-4006-4866-8C5D-DAA9268B4445}" type="presParOf" srcId="{9006AB3C-B952-4C5E-8AE2-633BDBC835DF}" destId="{A4E359DA-515F-4788-81FD-F812A8188BE7}" srcOrd="2" destOrd="0" presId="urn:microsoft.com/office/officeart/2005/8/layout/StepDownProcess"/>
    <dgm:cxn modelId="{EDA93B6A-8EB8-43EA-8A26-F02CA0C9E523}" type="presParOf" srcId="{47D0EBE1-A67A-49E1-897F-136D4809FF02}" destId="{9B2429AC-12C6-4625-8157-CA5813F49BFF}" srcOrd="7" destOrd="0" presId="urn:microsoft.com/office/officeart/2005/8/layout/StepDownProcess"/>
    <dgm:cxn modelId="{EB4B8B2D-20E3-4D8C-A4DA-87C5A6B97D98}" type="presParOf" srcId="{47D0EBE1-A67A-49E1-897F-136D4809FF02}" destId="{6C57CC72-31D5-40B2-B0AB-656512B3989C}" srcOrd="8" destOrd="0" presId="urn:microsoft.com/office/officeart/2005/8/layout/StepDownProcess"/>
    <dgm:cxn modelId="{AF903ED2-B1AF-4A53-9597-BFEA591EBAB6}" type="presParOf" srcId="{6C57CC72-31D5-40B2-B0AB-656512B3989C}" destId="{C3B9116A-2F75-4184-92FC-E369CB1D0F0F}" srcOrd="0" destOrd="0" presId="urn:microsoft.com/office/officeart/2005/8/layout/StepDownProcess"/>
    <dgm:cxn modelId="{6F002A3C-A6CB-4F45-92EF-787629618F36}" type="presParOf" srcId="{6C57CC72-31D5-40B2-B0AB-656512B3989C}" destId="{5E65A24C-1957-4ED7-993D-0042B26E1B8A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3C962-303E-439B-A47D-038D6260338E}">
      <dsp:nvSpPr>
        <dsp:cNvPr id="0" name=""/>
        <dsp:cNvSpPr/>
      </dsp:nvSpPr>
      <dsp:spPr>
        <a:xfrm>
          <a:off x="1468585" y="204034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Plan</a:t>
          </a:r>
        </a:p>
      </dsp:txBody>
      <dsp:txXfrm>
        <a:off x="1503659" y="239108"/>
        <a:ext cx="1035239" cy="648353"/>
      </dsp:txXfrm>
    </dsp:sp>
    <dsp:sp modelId="{D3CD6032-7E4E-4CEF-85A5-7D3F8968352C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2386744" y="147787"/>
              </a:moveTo>
              <a:arcTo wR="1694613" hR="1694613" stAng="17646375" swAng="92550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2A1451-BC66-44DA-B628-51A1B33D2269}">
      <dsp:nvSpPr>
        <dsp:cNvPr id="0" name=""/>
        <dsp:cNvSpPr/>
      </dsp:nvSpPr>
      <dsp:spPr>
        <a:xfrm>
          <a:off x="2936164" y="1051341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</a:t>
          </a:r>
        </a:p>
      </dsp:txBody>
      <dsp:txXfrm>
        <a:off x="2971238" y="1086415"/>
        <a:ext cx="1035239" cy="648353"/>
      </dsp:txXfrm>
    </dsp:sp>
    <dsp:sp modelId="{9E288920-D174-4615-AD75-F5B2F909FFCC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3362768" y="1396329"/>
              </a:moveTo>
              <a:arcTo wR="1694613" hR="1694613" stAng="20991724" swAng="121655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93347F-85CE-4657-9788-FEB1032309CD}">
      <dsp:nvSpPr>
        <dsp:cNvPr id="0" name=""/>
        <dsp:cNvSpPr/>
      </dsp:nvSpPr>
      <dsp:spPr>
        <a:xfrm>
          <a:off x="2936164" y="2745954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Develop</a:t>
          </a:r>
        </a:p>
      </dsp:txBody>
      <dsp:txXfrm>
        <a:off x="2971238" y="2781028"/>
        <a:ext cx="1035239" cy="648353"/>
      </dsp:txXfrm>
    </dsp:sp>
    <dsp:sp modelId="{E2DC2A7E-5138-4FB3-B92B-5CA49DBAAC1E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2773234" y="3001629"/>
              </a:moveTo>
              <a:arcTo wR="1694613" hR="1694613" stAng="3028121" swAng="92550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0660A-58B2-4A53-B3BA-CC9B31B1E87C}">
      <dsp:nvSpPr>
        <dsp:cNvPr id="0" name=""/>
        <dsp:cNvSpPr/>
      </dsp:nvSpPr>
      <dsp:spPr>
        <a:xfrm>
          <a:off x="1468585" y="3593261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</a:t>
          </a:r>
        </a:p>
      </dsp:txBody>
      <dsp:txXfrm>
        <a:off x="1503659" y="3628335"/>
        <a:ext cx="1035239" cy="648353"/>
      </dsp:txXfrm>
    </dsp:sp>
    <dsp:sp modelId="{34C3A581-1AEE-476C-9FAF-CB5C9F09D8C7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1002482" y="3241438"/>
              </a:moveTo>
              <a:arcTo wR="1694613" hR="1694613" stAng="6846375" swAng="92550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CF7B0D-B4C8-43C0-A7F3-A6991013A02E}">
      <dsp:nvSpPr>
        <dsp:cNvPr id="0" name=""/>
        <dsp:cNvSpPr/>
      </dsp:nvSpPr>
      <dsp:spPr>
        <a:xfrm>
          <a:off x="1007" y="2745954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Release</a:t>
          </a:r>
        </a:p>
      </dsp:txBody>
      <dsp:txXfrm>
        <a:off x="36081" y="2781028"/>
        <a:ext cx="1035239" cy="648353"/>
      </dsp:txXfrm>
    </dsp:sp>
    <dsp:sp modelId="{5A662E66-20D2-4F70-8240-54DAD1D659E4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26458" y="1992896"/>
              </a:moveTo>
              <a:arcTo wR="1694613" hR="1694613" stAng="10191724" swAng="121655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62596-C438-4DBA-B9AF-2A09635EB843}">
      <dsp:nvSpPr>
        <dsp:cNvPr id="0" name=""/>
        <dsp:cNvSpPr/>
      </dsp:nvSpPr>
      <dsp:spPr>
        <a:xfrm>
          <a:off x="1007" y="1051341"/>
          <a:ext cx="1105387" cy="718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Feedback</a:t>
          </a:r>
        </a:p>
      </dsp:txBody>
      <dsp:txXfrm>
        <a:off x="36081" y="1086415"/>
        <a:ext cx="1035239" cy="648353"/>
      </dsp:txXfrm>
    </dsp:sp>
    <dsp:sp modelId="{D3001809-371F-41F2-A5B5-442C2FD4EFC1}">
      <dsp:nvSpPr>
        <dsp:cNvPr id="0" name=""/>
        <dsp:cNvSpPr/>
      </dsp:nvSpPr>
      <dsp:spPr>
        <a:xfrm>
          <a:off x="326666" y="563285"/>
          <a:ext cx="3389226" cy="3389226"/>
        </a:xfrm>
        <a:custGeom>
          <a:avLst/>
          <a:gdLst/>
          <a:ahLst/>
          <a:cxnLst/>
          <a:rect l="0" t="0" r="0" b="0"/>
          <a:pathLst>
            <a:path>
              <a:moveTo>
                <a:pt x="615992" y="387597"/>
              </a:moveTo>
              <a:arcTo wR="1694613" hR="1694613" stAng="13828121" swAng="92550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82B4C-BEF6-4927-9CC4-7A212F577BE4}">
      <dsp:nvSpPr>
        <dsp:cNvPr id="0" name=""/>
        <dsp:cNvSpPr/>
      </dsp:nvSpPr>
      <dsp:spPr>
        <a:xfrm rot="5400000">
          <a:off x="2615139" y="762875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F282E-A3DE-41F4-991E-683E52B5C0CB}">
      <dsp:nvSpPr>
        <dsp:cNvPr id="0" name=""/>
        <dsp:cNvSpPr/>
      </dsp:nvSpPr>
      <dsp:spPr>
        <a:xfrm>
          <a:off x="2439240" y="26907"/>
          <a:ext cx="1117648" cy="7823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Planning</a:t>
          </a:r>
        </a:p>
      </dsp:txBody>
      <dsp:txXfrm>
        <a:off x="2477436" y="65103"/>
        <a:ext cx="1041256" cy="705925"/>
      </dsp:txXfrm>
    </dsp:sp>
    <dsp:sp modelId="{F3129A3E-878C-4499-8421-81DEF2009037}">
      <dsp:nvSpPr>
        <dsp:cNvPr id="0" name=""/>
        <dsp:cNvSpPr/>
      </dsp:nvSpPr>
      <dsp:spPr>
        <a:xfrm>
          <a:off x="3556889" y="101519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9E22C-7745-41E1-8E6F-42497F23B25B}">
      <dsp:nvSpPr>
        <dsp:cNvPr id="0" name=""/>
        <dsp:cNvSpPr/>
      </dsp:nvSpPr>
      <dsp:spPr>
        <a:xfrm rot="5400000">
          <a:off x="3541788" y="1641676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88148-B99E-41E7-8B0D-F809C90FF4DA}">
      <dsp:nvSpPr>
        <dsp:cNvPr id="0" name=""/>
        <dsp:cNvSpPr/>
      </dsp:nvSpPr>
      <dsp:spPr>
        <a:xfrm>
          <a:off x="3365890" y="905708"/>
          <a:ext cx="1117648" cy="7823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Design</a:t>
          </a:r>
        </a:p>
      </dsp:txBody>
      <dsp:txXfrm>
        <a:off x="3404086" y="943904"/>
        <a:ext cx="1041256" cy="705925"/>
      </dsp:txXfrm>
    </dsp:sp>
    <dsp:sp modelId="{3FA55339-FD29-4096-BD01-CF1DC7FF821F}">
      <dsp:nvSpPr>
        <dsp:cNvPr id="0" name=""/>
        <dsp:cNvSpPr/>
      </dsp:nvSpPr>
      <dsp:spPr>
        <a:xfrm>
          <a:off x="4483539" y="980320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90AD47-E834-40DD-9F05-D6938B58C97B}">
      <dsp:nvSpPr>
        <dsp:cNvPr id="0" name=""/>
        <dsp:cNvSpPr/>
      </dsp:nvSpPr>
      <dsp:spPr>
        <a:xfrm rot="5400000">
          <a:off x="4468438" y="2520477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114C6-E009-40EC-A303-FC8DCBF6388A}">
      <dsp:nvSpPr>
        <dsp:cNvPr id="0" name=""/>
        <dsp:cNvSpPr/>
      </dsp:nvSpPr>
      <dsp:spPr>
        <a:xfrm>
          <a:off x="4292540" y="1784510"/>
          <a:ext cx="1117648" cy="7823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Implementation</a:t>
          </a:r>
        </a:p>
      </dsp:txBody>
      <dsp:txXfrm>
        <a:off x="4330736" y="1822706"/>
        <a:ext cx="1041256" cy="705925"/>
      </dsp:txXfrm>
    </dsp:sp>
    <dsp:sp modelId="{1193D264-71A5-4356-AF56-25933912C81B}">
      <dsp:nvSpPr>
        <dsp:cNvPr id="0" name=""/>
        <dsp:cNvSpPr/>
      </dsp:nvSpPr>
      <dsp:spPr>
        <a:xfrm>
          <a:off x="5410188" y="1859121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5410188" y="1859121"/>
        <a:ext cx="812871" cy="632303"/>
      </dsp:txXfrm>
    </dsp:sp>
    <dsp:sp modelId="{C7667052-9E9D-47C2-B925-EE0C417EDB5F}">
      <dsp:nvSpPr>
        <dsp:cNvPr id="0" name=""/>
        <dsp:cNvSpPr/>
      </dsp:nvSpPr>
      <dsp:spPr>
        <a:xfrm rot="5400000">
          <a:off x="5395087" y="3399278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D1264-D275-43BA-8221-AA35726F0065}">
      <dsp:nvSpPr>
        <dsp:cNvPr id="0" name=""/>
        <dsp:cNvSpPr/>
      </dsp:nvSpPr>
      <dsp:spPr>
        <a:xfrm>
          <a:off x="5219189" y="2663311"/>
          <a:ext cx="1117648" cy="7823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Testing</a:t>
          </a:r>
        </a:p>
      </dsp:txBody>
      <dsp:txXfrm>
        <a:off x="5257385" y="2701507"/>
        <a:ext cx="1041256" cy="705925"/>
      </dsp:txXfrm>
    </dsp:sp>
    <dsp:sp modelId="{A4E359DA-515F-4788-81FD-F812A8188BE7}">
      <dsp:nvSpPr>
        <dsp:cNvPr id="0" name=""/>
        <dsp:cNvSpPr/>
      </dsp:nvSpPr>
      <dsp:spPr>
        <a:xfrm>
          <a:off x="6336838" y="2737923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/>
        </a:p>
      </dsp:txBody>
      <dsp:txXfrm>
        <a:off x="6336838" y="2737923"/>
        <a:ext cx="812871" cy="632303"/>
      </dsp:txXfrm>
    </dsp:sp>
    <dsp:sp modelId="{C3B9116A-2F75-4184-92FC-E369CB1D0F0F}">
      <dsp:nvSpPr>
        <dsp:cNvPr id="0" name=""/>
        <dsp:cNvSpPr/>
      </dsp:nvSpPr>
      <dsp:spPr>
        <a:xfrm>
          <a:off x="6145839" y="3542112"/>
          <a:ext cx="1117648" cy="7823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Maintenance</a:t>
          </a:r>
        </a:p>
      </dsp:txBody>
      <dsp:txXfrm>
        <a:off x="6184035" y="3580308"/>
        <a:ext cx="1041256" cy="705925"/>
      </dsp:txXfrm>
    </dsp:sp>
    <dsp:sp modelId="{5E65A24C-1957-4ED7-993D-0042B26E1B8A}">
      <dsp:nvSpPr>
        <dsp:cNvPr id="0" name=""/>
        <dsp:cNvSpPr/>
      </dsp:nvSpPr>
      <dsp:spPr>
        <a:xfrm>
          <a:off x="7263487" y="3616724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/>
        </a:p>
      </dsp:txBody>
      <dsp:txXfrm>
        <a:off x="7263487" y="3616724"/>
        <a:ext cx="812871" cy="632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1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8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0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2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1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9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0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2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1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9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4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36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5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21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0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E6EECF-482F-464B-9F33-04D624689CF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DC2EC5-2577-4D7B-98BF-944BDFB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3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4EFE-4F77-E0F6-EDCC-E86614F24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 Agile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57336-D43B-D3F2-A851-C7834581A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Martin Ousley</a:t>
            </a:r>
          </a:p>
        </p:txBody>
      </p:sp>
    </p:spTree>
    <p:extLst>
      <p:ext uri="{BB962C8B-B14F-4D97-AF65-F5344CB8AC3E}">
        <p14:creationId xmlns:p14="http://schemas.microsoft.com/office/powerpoint/2010/main" val="21864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20AA-B828-A229-6908-BB373CF8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635A0-81CD-10E4-7112-5C31FCDEB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the vision, correspondence between customers to the team, manages the needs of the stakeholders or upper-management, and maintains the product backlog.</a:t>
            </a:r>
          </a:p>
          <a:p>
            <a:endParaRPr lang="en-US" dirty="0"/>
          </a:p>
          <a:p>
            <a:r>
              <a:rPr lang="en-US" dirty="0"/>
              <a:t>The Product Owner is a necessity to ensure the work being tasked aligns with the organizations larger strategic goals.</a:t>
            </a:r>
          </a:p>
        </p:txBody>
      </p:sp>
    </p:spTree>
    <p:extLst>
      <p:ext uri="{BB962C8B-B14F-4D97-AF65-F5344CB8AC3E}">
        <p14:creationId xmlns:p14="http://schemas.microsoft.com/office/powerpoint/2010/main" val="403819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D793-2675-AE2C-65D8-E20A5A37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904C-BB53-52FA-5CF4-604443ED1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Is a coach and a servant-leader who is tasked with promoting and supporting the Scrum framework.</a:t>
            </a:r>
          </a:p>
          <a:p>
            <a:endParaRPr lang="en-US" dirty="0"/>
          </a:p>
          <a:p>
            <a:r>
              <a:rPr lang="en-US" dirty="0"/>
              <a:t>They facilitate the Scrum events such as leading daily Scrum meetings, sprint planning, review, and retrospectives while ensuring a timely and quick execution of the events.</a:t>
            </a:r>
          </a:p>
          <a:p>
            <a:endParaRPr lang="en-US" dirty="0"/>
          </a:p>
          <a:p>
            <a:r>
              <a:rPr lang="en-US" dirty="0"/>
              <a:t>They are important by providing conflict resolution and promoting a productive and collaborative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1457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E5F3-F739-90DE-00A3-B4FDBD1C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60C9A-0C81-44FF-14A9-487FE0F41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with team members during the sprint to accomplish tasks the developer expected to be self-organizing, flexible and able to minimize introducing technical debt.</a:t>
            </a:r>
          </a:p>
          <a:p>
            <a:endParaRPr lang="en-US" dirty="0"/>
          </a:p>
          <a:p>
            <a:r>
              <a:rPr lang="en-US" dirty="0"/>
              <a:t>The developer in Scrum coordinates with the team to ensure user stories are revised into completable smaller tasks and translates them into technical goals.</a:t>
            </a:r>
          </a:p>
        </p:txBody>
      </p:sp>
    </p:spTree>
    <p:extLst>
      <p:ext uri="{BB962C8B-B14F-4D97-AF65-F5344CB8AC3E}">
        <p14:creationId xmlns:p14="http://schemas.microsoft.com/office/powerpoint/2010/main" val="263921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0E74-5AC5-6A81-A9A4-FA03B9C2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6028-9EEB-38D6-CD3E-DADD07BBC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Tester role ensures the user stories acceptance criteria are met, the software quality of the organization are met, and any errors are identified and corrected before deadlines are reached.</a:t>
            </a:r>
          </a:p>
          <a:p>
            <a:endParaRPr lang="en-US" dirty="0"/>
          </a:p>
          <a:p>
            <a:r>
              <a:rPr lang="en-US" dirty="0"/>
              <a:t>The tester in Scrum would work closely with the development team to ensure code quality and test cases from the user stories are </a:t>
            </a:r>
            <a:r>
              <a:rPr lang="en-US" dirty="0" err="1"/>
              <a:t>achievalble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151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E903-6B90-9541-2587-01AA2468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 Life 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76655F-573F-EC25-217F-0B445F309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230563"/>
              </p:ext>
            </p:extLst>
          </p:nvPr>
        </p:nvGraphicFramePr>
        <p:xfrm>
          <a:off x="683820" y="1778124"/>
          <a:ext cx="4042559" cy="4515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4CE674-5C94-BE18-D662-5A7878EDAFD4}"/>
              </a:ext>
            </a:extLst>
          </p:cNvPr>
          <p:cNvSpPr txBox="1"/>
          <p:nvPr/>
        </p:nvSpPr>
        <p:spPr>
          <a:xfrm>
            <a:off x="4868883" y="1405680"/>
            <a:ext cx="70658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Agile SDLC Phases are designed to be a iterative, flexible process of repeating cycles called sprints.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Plan Phase</a:t>
            </a:r>
            <a:r>
              <a:rPr lang="en-US" dirty="0"/>
              <a:t>: centers on defining the project's vision, goals, and high-level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Design Phase</a:t>
            </a:r>
            <a:r>
              <a:rPr lang="en-US" dirty="0"/>
              <a:t>: develop a roadmap, and create a prioritized product backlog of 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Develop Phases</a:t>
            </a:r>
            <a:r>
              <a:rPr lang="en-US" dirty="0"/>
              <a:t>: teams work in short sprints to design, build, and test software, creating a functional, potentially shippable product increment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Test Phase</a:t>
            </a:r>
            <a:r>
              <a:rPr lang="en-US" dirty="0"/>
              <a:t>: The software is tested for quality assurance, finalized, and released to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Release Phase</a:t>
            </a:r>
            <a:r>
              <a:rPr lang="en-US" dirty="0"/>
              <a:t>: The product is live; the team provides ongoing support, bug fixes, and updates to ensure continued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Feedback Phase</a:t>
            </a:r>
            <a:r>
              <a:rPr lang="en-US" dirty="0"/>
              <a:t>: Feedback is received of features and requests from the users</a:t>
            </a:r>
          </a:p>
        </p:txBody>
      </p:sp>
    </p:spTree>
    <p:extLst>
      <p:ext uri="{BB962C8B-B14F-4D97-AF65-F5344CB8AC3E}">
        <p14:creationId xmlns:p14="http://schemas.microsoft.com/office/powerpoint/2010/main" val="312721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6502-BACF-8A66-4CBF-BA7CE051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912"/>
            <a:ext cx="10515600" cy="1325563"/>
          </a:xfrm>
        </p:spPr>
        <p:txBody>
          <a:bodyPr/>
          <a:lstStyle/>
          <a:p>
            <a:r>
              <a:rPr lang="en-US" dirty="0"/>
              <a:t>Waterfall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6963D7-6008-0BD3-8B98-ED35331A2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011367"/>
              </p:ext>
            </p:extLst>
          </p:nvPr>
        </p:nvGraphicFramePr>
        <p:xfrm>
          <a:off x="30638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83248B-8A10-FCBD-2A2C-8C8531064FF7}"/>
              </a:ext>
            </a:extLst>
          </p:cNvPr>
          <p:cNvSpPr txBox="1"/>
          <p:nvPr/>
        </p:nvSpPr>
        <p:spPr>
          <a:xfrm>
            <a:off x="3617180" y="2089092"/>
            <a:ext cx="371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 goals and scope are defined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46785-3FFC-BD4B-D9BF-53F04ACCEE69}"/>
              </a:ext>
            </a:extLst>
          </p:cNvPr>
          <p:cNvSpPr txBox="1"/>
          <p:nvPr/>
        </p:nvSpPr>
        <p:spPr>
          <a:xfrm>
            <a:off x="4524867" y="2952860"/>
            <a:ext cx="40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Detailed outlining and plans are drafted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B4071-6986-444E-BA41-05734865C8F2}"/>
              </a:ext>
            </a:extLst>
          </p:cNvPr>
          <p:cNvSpPr txBox="1"/>
          <p:nvPr/>
        </p:nvSpPr>
        <p:spPr>
          <a:xfrm>
            <a:off x="5403833" y="3816628"/>
            <a:ext cx="337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development takes place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1137C-7C02-DDFC-39B1-B43FFCD7F07B}"/>
              </a:ext>
            </a:extLst>
          </p:cNvPr>
          <p:cNvSpPr txBox="1"/>
          <p:nvPr/>
        </p:nvSpPr>
        <p:spPr>
          <a:xfrm>
            <a:off x="6355503" y="4680396"/>
            <a:ext cx="507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is tested to ensure it meets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A9E1D-B88B-A51F-E136-543337970ED0}"/>
              </a:ext>
            </a:extLst>
          </p:cNvPr>
          <p:cNvSpPr txBox="1"/>
          <p:nvPr/>
        </p:nvSpPr>
        <p:spPr>
          <a:xfrm>
            <a:off x="7335890" y="5544164"/>
            <a:ext cx="4094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is delivered to the customer and the team provides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220796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FF48-605B-49A1-DA5F-BC3E2283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or Agile?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14B97-34AA-19F4-07FD-8A274A2F23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Choose Agile if:</a:t>
            </a:r>
          </a:p>
          <a:p>
            <a:pPr lvl="1"/>
            <a:r>
              <a:rPr lang="en-US" dirty="0"/>
              <a:t>Project will have evolving requirements</a:t>
            </a:r>
          </a:p>
          <a:p>
            <a:pPr lvl="1"/>
            <a:r>
              <a:rPr lang="en-US" dirty="0"/>
              <a:t>High complexity</a:t>
            </a:r>
          </a:p>
          <a:p>
            <a:pPr lvl="1"/>
            <a:r>
              <a:rPr lang="en-US" dirty="0"/>
              <a:t>Rapid user feedback</a:t>
            </a:r>
          </a:p>
          <a:p>
            <a:pPr lvl="1"/>
            <a:r>
              <a:rPr lang="en-US" dirty="0"/>
              <a:t>Fast product release schedule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5BB18B-9B97-CF78-EAA8-F7B19F5398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Choose Waterfall if:</a:t>
            </a:r>
          </a:p>
          <a:p>
            <a:pPr lvl="1"/>
            <a:r>
              <a:rPr lang="en-US" dirty="0"/>
              <a:t>Fixed requirements</a:t>
            </a:r>
          </a:p>
          <a:p>
            <a:pPr lvl="1"/>
            <a:r>
              <a:rPr lang="en-US" dirty="0"/>
              <a:t>Cleare well defined scopes</a:t>
            </a:r>
          </a:p>
          <a:p>
            <a:pPr lvl="1"/>
            <a:r>
              <a:rPr lang="en-US" dirty="0"/>
              <a:t>High compliance and regulatory needs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967D4-B4A9-C2F8-A82C-930A4DC2B448}"/>
              </a:ext>
            </a:extLst>
          </p:cNvPr>
          <p:cNvSpPr/>
          <p:nvPr/>
        </p:nvSpPr>
        <p:spPr>
          <a:xfrm>
            <a:off x="1653977" y="5214305"/>
            <a:ext cx="3235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Flexibility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DCCC6D-907A-9FED-682E-EA4ADAA142AA}"/>
              </a:ext>
            </a:extLst>
          </p:cNvPr>
          <p:cNvSpPr/>
          <p:nvPr/>
        </p:nvSpPr>
        <p:spPr>
          <a:xfrm>
            <a:off x="7101569" y="5248870"/>
            <a:ext cx="27965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Stability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52FD4-BD18-2242-C91F-AC7A3EB60D76}"/>
              </a:ext>
            </a:extLst>
          </p:cNvPr>
          <p:cNvSpPr/>
          <p:nvPr/>
        </p:nvSpPr>
        <p:spPr>
          <a:xfrm>
            <a:off x="5341845" y="5214305"/>
            <a:ext cx="970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74607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40</TotalTime>
  <Words>448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On Agile</vt:lpstr>
      <vt:lpstr>Product Owner</vt:lpstr>
      <vt:lpstr>Scrum Master</vt:lpstr>
      <vt:lpstr>Developer</vt:lpstr>
      <vt:lpstr>Tester</vt:lpstr>
      <vt:lpstr>Agile Software Development Life Cycle</vt:lpstr>
      <vt:lpstr>Waterfall Model</vt:lpstr>
      <vt:lpstr>Waterfall or Agile?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Ousley</dc:creator>
  <cp:lastModifiedBy>Martin Ousley</cp:lastModifiedBy>
  <cp:revision>1</cp:revision>
  <dcterms:created xsi:type="dcterms:W3CDTF">2026-03-02T03:04:42Z</dcterms:created>
  <dcterms:modified xsi:type="dcterms:W3CDTF">2026-03-02T03:45:24Z</dcterms:modified>
</cp:coreProperties>
</file>